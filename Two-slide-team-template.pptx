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2e98ece4f04064" /><Relationship Type="http://schemas.openxmlformats.org/officeDocument/2006/relationships/extended-properties" Target="/docProps/app.xml" Id="R30515c4bceb7479c" /><Relationship Type="http://schemas.openxmlformats.org/officeDocument/2006/relationships/officeDocument" Target="/ppt/presentation.xml" Id="R0dc502c1865d41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99683e259c4708"/>
  </p:sldMasterIdLst>
  <p:notesMasterIdLst>
    <p:notesMasterId xmlns:r="http://schemas.openxmlformats.org/officeDocument/2006/relationships" r:id="Rddd91442baec49fc"/>
  </p:notesMasterIdLst>
  <p:sldIdLst>
    <p:sldId xmlns:r="http://schemas.openxmlformats.org/officeDocument/2006/relationships" id="256" r:id="Rdc1f8b0a85ad488f"/>
    <p:sldId xmlns:r="http://schemas.openxmlformats.org/officeDocument/2006/relationships" id="257" r:id="R497a9c33182340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cdcdf7689d4063" /><Relationship Type="http://schemas.openxmlformats.org/officeDocument/2006/relationships/slideMaster" Target="/ppt/slideMasters/slideMaster1.xml" Id="Rd699683e259c4708" /><Relationship Type="http://schemas.openxmlformats.org/officeDocument/2006/relationships/notesMaster" Target="/ppt/notesMasters/notesMaster1.xml" Id="Rddd91442baec49fc" /><Relationship Type="http://schemas.openxmlformats.org/officeDocument/2006/relationships/presProps" Target="/ppt/presProps.xml" Id="Ra739379059654ff3" /><Relationship Type="http://schemas.openxmlformats.org/officeDocument/2006/relationships/tableStyles" Target="/ppt/tableStyles.xml" Id="Rca94bf0cc4dd4522" /><Relationship Type="http://schemas.openxmlformats.org/officeDocument/2006/relationships/slide" Target="/ppt/slides/slide1.xml" Id="Rdc1f8b0a85ad488f" /><Relationship Type="http://schemas.openxmlformats.org/officeDocument/2006/relationships/slide" Target="/ppt/slides/slide2.xml" Id="R497a9c33182340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9848af5ab94c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fb6925a88d48de" /><Relationship Type="http://schemas.openxmlformats.org/officeDocument/2006/relationships/notesMaster" Target="/ppt/notesMasters/notesMaster1.xml" Id="R3278602703c848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7abc5859314ddb" /><Relationship Type="http://schemas.openxmlformats.org/officeDocument/2006/relationships/notesMaster" Target="/ppt/notesMasters/notesMaster1.xml" Id="R15bcb5d36e324a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all bracketed text with the team’s content. Keep exactly two slides. Choose one priority. Use source IDs, periods and denominators. A small editable chart or table can replace the evidence text if it makes the comparison clearer. State business significance in the units the data supports. Keep material uncertainty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all bracketed text. Keep one intervention with a concrete first step and accountable owner. Label the expected impact as measured, a scenario or a target as appropriate. Explain the proposed AI role or why AI has no implementation role. Do not add a third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49aded8ec4a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5663a605e64fa0" /><Relationship Type="http://schemas.openxmlformats.org/officeDocument/2006/relationships/slideLayout" Target="/ppt/slideLayouts/slideLayout1.xml" Id="R08b455fd13fb49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b455fd13fb49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98f422fd34e6b" /><Relationship Type="http://schemas.openxmlformats.org/officeDocument/2006/relationships/notesSlide" Target="/ppt/notesSlides/notesSlide1.xml" Id="R5f313fa2a0274e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0c8e0d41d4247" /><Relationship Type="http://schemas.openxmlformats.org/officeDocument/2006/relationships/notesSlide" Target="/ppt/notesSlides/notesSlide2.xml" Id="Rcbeb9f493a8841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B8CE09BB-D78F-48CA-8368-45FE926A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56628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628E"/>
                </a:solidFill>
                <a:latin typeface="Arial"/>
                <a:ea typeface="Arial"/>
                <a:cs typeface="Arial"/>
              </a:rPr>
              <a:t>[TEAM NAME]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BF619B3-E9C4-4F9C-BB0C-5023D888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4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What We Found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8B39BE-4FA3-4887-852B-0A60332D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Sources: [IDs]    Period / sample: [scope]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3156EFA-3ABB-4AD6-B1CC-83B24D8E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A2BFB0D-566E-46FB-BD98-07027D48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850" b="1">
                <a:solidFill>
                  <a:srgbClr val="56628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6628E"/>
                </a:solidFill>
                <a:latin typeface="Arial"/>
                <a:ea typeface="Arial"/>
                <a:cs typeface="Arial"/>
              </a:rPr>
              <a:t>[Your single most important finding]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94ABD44-9A0A-47D2-B694-FF304388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56628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628E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8198A19-D432-48D5-9C27-D420BDDA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953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[Two or three facts, with source IDs]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1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[One clear comparison or calculation]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E29AF17-31D2-4334-B7B5-7DC85496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56628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628E"/>
                </a:solidFill>
                <a:latin typeface="Arial"/>
                <a:ea typeface="Arial"/>
                <a:cs typeface="Arial"/>
              </a:rPr>
              <a:t>BUSINESS SIGNIFICANCE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A652D3A-A36D-4026-8619-99AA308B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4838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[Quantified impact or exposure]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1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[Why leadership should care]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1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[Material uncertainty]</a:t>
            </a:r>
          </a:p>
        </p:txBody>
      </p:sp>
    </p:spTree>
    <p:extLst>
      <p:ext uri="{BB962C8B-B14F-4D97-AF65-F5344CB8AC3E}">
        <p14:creationId xmlns:p14="http://schemas.microsoft.com/office/powerpoint/2010/main" val="1575093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1F1BE11F-E252-4168-A1DA-D25F54F2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56628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628E"/>
                </a:solidFill>
                <a:latin typeface="Arial"/>
                <a:ea typeface="Arial"/>
                <a:cs typeface="Arial"/>
              </a:rPr>
              <a:t>[TEAM NAME]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4DCFD89-C958-431C-A96B-E36054D4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450" b="1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D4D4D"/>
                </a:solidFill>
                <a:latin typeface="Arial"/>
                <a:ea typeface="Arial"/>
                <a:cs typeface="Arial"/>
              </a:rPr>
              <a:t>What We Should Do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8F97699-7A39-41FC-9D77-8C31B52C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Basis: [sources]    Assumptions: [key conditions]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2B20E8F-6578-47AA-9138-D708F4B7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6BC2716-0DF1-4D9E-9405-6A104281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850" b="1">
                <a:solidFill>
                  <a:srgbClr val="56628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6628E"/>
                </a:solidFill>
                <a:latin typeface="Arial"/>
                <a:ea typeface="Arial"/>
                <a:cs typeface="Arial"/>
              </a:rPr>
              <a:t>[Your recommended intervention]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E1C9548-8FB8-4AE4-B912-AC19CB96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56628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628E"/>
                </a:solidFill>
                <a:latin typeface="Arial"/>
                <a:ea typeface="Arial"/>
                <a:cs typeface="Arial"/>
              </a:rPr>
              <a:t>EXPECTED IMPACT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DA57D9F-139F-449D-84FB-560767DC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[Baseline and expected change]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[Target or scenario, clearly labeled]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9D83928-0D70-49CE-AFB3-160B241B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9925"/>
            <a:ext cx="483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56628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628E"/>
                </a:solidFill>
                <a:latin typeface="Arial"/>
                <a:ea typeface="Arial"/>
                <a:cs typeface="Arial"/>
              </a:rPr>
              <a:t>WHAT MUST CHANGE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B2BE849-0B72-493F-BFC9-13E5A64A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838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[First step and accountable owner]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[Cost or dependency, if supported]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F37AD2A-CE13-4CE9-8866-896ABAA6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56628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628E"/>
                </a:solidFill>
                <a:latin typeface="Arial"/>
                <a:ea typeface="Arial"/>
                <a:cs typeface="Arial"/>
              </a:rPr>
              <a:t>AI’S ROLE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A3FEC26-626A-4B1C-8CF3-96746959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[Execute a defined task, support a person, or no implementation role]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[Why this fits the problem]</a:t>
            </a:r>
          </a:p>
        </p:txBody>
      </p:sp>
    </p:spTree>
    <p:extLst>
      <p:ext uri="{BB962C8B-B14F-4D97-AF65-F5344CB8AC3E}">
        <p14:creationId xmlns:p14="http://schemas.microsoft.com/office/powerpoint/2010/main" val="161072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2026-09-08T22:29:54.7660000Z</dcterms:created>
  <dcterms:modified xsi:type="dcterms:W3CDTF">2026-09-08T22:29:54.7660000Z</dcterms:modified>
</coreProperties>
</file>